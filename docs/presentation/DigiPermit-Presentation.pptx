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DigiPermit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E6D7"/>
                </a:solidFill>
              </a:defRPr>
            </a:pPr>
            <a:r>
              <a:t>Foreign-National Visa &amp; Permit Compliance Monitoring</a:t>
            </a:r>
            <a:br/>
            <a:r>
              <a:t>DSOF300 / DVSF300 Major Project · DS3 × IS3 × IP2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D2C3"/>
                </a:solidFill>
              </a:defRPr>
            </a:pPr>
            <a:r>
              <a:t>June 2026</a:t>
            </a:r>
            <a:br/>
            <a:r>
              <a:t>Mhle (22322987) — System Admin</a:t>
            </a:r>
            <a:br/>
            <a:r>
              <a:t>TV Manqele (22304993) — Employer HR</a:t>
            </a:r>
            <a:br/>
            <a:r>
              <a:t>SK Ngubane (22433510) — Foreign National</a:t>
            </a:r>
            <a:br/>
            <a:r>
              <a:t>S Dube (22322900) — Verification Officer</a:t>
            </a:r>
            <a:br/>
            <a:r>
              <a:t>KS Cebekhulu (22322695) — Immigration Officer</a:t>
            </a:r>
            <a:br/>
            <a:r>
              <a:t>O Luthuli (22325286) — Manager / Auditor</a:t>
            </a:r>
            <a:br/>
            <a:r>
              <a:t>SS Mathonsi (22339617) — University Officer</a:t>
            </a:r>
            <a:br/>
            <a:r>
              <a:t>NN Dlodlo (22325063) — Clinic Administrator</a:t>
            </a:r>
            <a:br/>
            <a:r>
              <a:t>Live: mrntuli.github.io/DPermit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Employers and institutions track permits in spreadsheets and email.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Expiry dates are missed → compliance and legal risk.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No real-time verification or audit trail at checkpoints.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Sensitive data shared without proper access control.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Academic note: DigiPermit monitors compliance — it does not issue official government visas.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(To-Be)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Central database for permits, foreign nationals, and organisations.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Automated daily expiry job → notifications and alerts.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Multi-channel verification: manual, QR scan, RFID/IoT simulation.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Immutable verification_logs for every checkpoint check.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Role-based dashboards, in-app analytics, PDF reports, Power BI (IS3).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Eight 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action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System 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Platform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Orgs, users, logs, analytics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Employer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Work-visa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Register employees, capture permits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University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Study-visa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Monitor international students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Clinic 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Healthcare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Patient permit monitoring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Foreign 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Self-service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View permit, QR, renewal requests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Verification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Scan / verify, audit own scans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Immigration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Simulated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Validate pending permits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Manager / 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Oversight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Read-only analytics &amp; insights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(IP2 + IS3)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Presentation: Ionic Angular (TypeScript) — mobile-first government UI.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Business logic: Node.js + Express REST API (40+ endpoints).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Data: Supabase PostgreSQL + Supabase Auth (JWT).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Security: RBAC on routes, API middleware, row-level organisation scope.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Analytics: Chart.js dashboards, SQL views, Power BI connection.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IS3 design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BPMN 2.0 As-Is and To-Be process models (manual → automated expiry).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3NF ERD — 12 tables, foreign keys, analytics views.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IoT connectivity map — Packet Tracer + API simulation.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AI workflow — rule-based suspicious activity + executive insights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Login &amp; secure access</a:t>
            </a:r>
          </a:p>
        </p:txBody>
      </p:sp>
      <p:pic>
        <p:nvPicPr>
          <p:cNvPr id="4" name="Picture 3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JWT authentication via Supabase Auth — each user sees only authorised menus.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9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Demo password for all users: Demo@12345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Employer HR — compliance dashboard</a:t>
            </a:r>
          </a:p>
        </p:txBody>
      </p:sp>
      <p:pic>
        <p:nvPicPr>
          <p:cNvPr id="4" name="Picture 3" descr="03-employ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Organisation-scoped view: employees, permits, expiring visas, alerts.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9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Registers foreign employees and captures work permits (UC-01).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Foreign national — digital permit</a:t>
            </a:r>
          </a:p>
        </p:txBody>
      </p:sp>
      <p:pic>
        <p:nvPicPr>
          <p:cNvPr id="4" name="Picture 3" descr="09-fn-per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Self-service: view own permits, QR code, notifications, renewal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9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Employee shows QR on phone; officer scans at checkpoint.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Verification officer — checkpoint dashboard</a:t>
            </a:r>
          </a:p>
        </p:txBody>
      </p:sp>
      <p:pic>
        <p:nvPicPr>
          <p:cNvPr id="4" name="Picture 3" descr="04-verify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Live analytics filtered to officer's own scans; PDF export of current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9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Separation of duties: admin governs platform; officers perform scans.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Manual &amp; QR verification</a:t>
            </a:r>
          </a:p>
        </p:txBody>
      </p:sp>
      <p:pic>
        <p:nvPicPr>
          <p:cNvPr id="4" name="Picture 3" descr="05-verify-m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Ten result states: Valid, Expiring soon, Expired, Revoked, Not found, etc.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9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Try WP-2024-ACME-001 (valid) and WP-2023-ACME-003 (expired) in live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administrator — platform overview</a:t>
            </a:r>
          </a:p>
        </p:txBody>
      </p:sp>
      <p:pic>
        <p:nvPicPr>
          <p:cNvPr id="4" name="Picture 3" descr="06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Cross-organisation statistics, verification logs, alerts, user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9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Admin reviews audit trail — does not replace checkpoint verification role.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Immigration officer — simulated review</a:t>
            </a:r>
          </a:p>
        </p:txBody>
      </p:sp>
      <p:pic>
        <p:nvPicPr>
          <p:cNvPr id="4" name="Picture 3" descr="07-immigratio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Validates pending permits; reviews suspicious activity and renewals.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9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• Academic simulation — not Department of Home Affairs.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Manager / auditor — executive view</a:t>
            </a:r>
          </a:p>
        </p:txBody>
      </p:sp>
      <p:pic>
        <p:nvPicPr>
          <p:cNvPr id="4" name="Picture 3" descr="08-manag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4676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92040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Read-only analytics and AI insight summary for compliance reporting.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IoT &amp; RFID simulation (IS3)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Devices registered in platform (e.g. IOT-ACME-GATE-01).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RFID scan POSTs to /api/iot/simulate → verification_logs + iot_scan_events.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Cisco Packet Tracer topology documents network path (see lab guide).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Demonstrates live data feeding 3NF database — not offline spreadsheet.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&amp;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Role-based access control (8 roles) on frontend and API.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Verification logs are immutable; tied to officer and timestamp.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Passport masking on verification responses.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Organisation-scoped data for HR, university, clinic roles.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Power BI &amp; reporting (IS3)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SQL views: vw_expiring_permits, verification trends, permit status.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Power BI Desktop connects to Supabase (live or CSV export).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In-app Download PDF report — role-specific, live data at export time.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See docs/power-bi/POWER-BI-LIVE-SUPABASE.md for setup steps.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Agile delivery (DS3)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Scrum over 4 sprints / 6 weeks.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Sprint 1: Database + API foundation.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Sprint 2: Verification, IoT, employer UI.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Sprint 3: All roles, analytics, AI insights.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Sprint 4: Testing, documentation, deployment, presentation.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GitHub: github.com/MrNtuli/DPermit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demo credentials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84124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System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admin@digipermit.demo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Demo@12345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Employer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hr@acmeglobal.demo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Demo@12345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Foreign 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james.okonkwo@demo.mail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Demo@12345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Verification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verify@digipermit.demo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Demo@12345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Immigration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compliance@digipermit.demo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Demo@12345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audit@natcompliance.demo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Demo@12345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Speaker allocation (suggested)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Speaker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TV Manqele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Problem, HR capture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SK Ngubane + S Dube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QR show + scan (rehearse!)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KS Cebekhulu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Immigration validate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Mhle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Admin logs &amp; analytics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SS Mathonsi / NN Dlodlo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University &amp; clinic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O Luthuli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Manager insights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Any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Limitation statement + Q&amp;A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E6D7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D2C3"/>
                </a:solidFill>
              </a:defRPr>
            </a:pPr>
            <a:r>
              <a:t>DigiPermit — Government Compliance Portal (Academic Prototype)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